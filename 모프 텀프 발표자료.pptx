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8267700"/>
            <a:ext cx="15494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8966200"/>
            <a:ext cx="15494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8420100"/>
            <a:ext cx="4191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420100"/>
            <a:ext cx="419100" cy="41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4394200"/>
            <a:ext cx="4076700" cy="2806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1400" y="5930900"/>
            <a:ext cx="5981700" cy="276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7300" y="1193800"/>
            <a:ext cx="4927600" cy="1524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839700" y="8255000"/>
            <a:ext cx="47117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1600" y="1320800"/>
            <a:ext cx="4762500" cy="764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31000" y="1028700"/>
            <a:ext cx="1689100" cy="154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81800" y="2362200"/>
            <a:ext cx="4343400" cy="101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81800" y="3390900"/>
            <a:ext cx="4572000" cy="101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781800" y="4419600"/>
            <a:ext cx="3873500" cy="101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81800" y="54483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3800" y="1079500"/>
            <a:ext cx="6032500" cy="152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0800" y="6731000"/>
            <a:ext cx="6108700" cy="171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6200" y="6946900"/>
            <a:ext cx="8102600" cy="152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083300" y="3429000"/>
            <a:ext cx="6108700" cy="171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3657600"/>
            <a:ext cx="8928100" cy="152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845800" y="6718300"/>
            <a:ext cx="610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83800" y="6934200"/>
            <a:ext cx="75565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1600" y="2743200"/>
            <a:ext cx="457200" cy="457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3800" y="1079500"/>
            <a:ext cx="6362700" cy="152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" y="3975100"/>
            <a:ext cx="2044700" cy="1435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2700" y="4787900"/>
            <a:ext cx="3746500" cy="364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22900" y="2743200"/>
            <a:ext cx="457200" cy="45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21300" y="3975100"/>
            <a:ext cx="2044700" cy="1435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46700" y="4787900"/>
            <a:ext cx="3771900" cy="397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81100" y="2743200"/>
            <a:ext cx="457200" cy="45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779500" y="3975100"/>
            <a:ext cx="1739900" cy="1435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04900" y="4787900"/>
            <a:ext cx="3657600" cy="463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626600" y="2743200"/>
            <a:ext cx="457200" cy="457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12300" y="3975100"/>
            <a:ext cx="2044700" cy="143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37700" y="4787900"/>
            <a:ext cx="3771900" cy="397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77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3800" y="1079500"/>
            <a:ext cx="5334000" cy="152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7300" y="2514600"/>
            <a:ext cx="30480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3390900"/>
            <a:ext cx="76581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2552700"/>
            <a:ext cx="2743200" cy="143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74200" y="3390900"/>
            <a:ext cx="7658100" cy="300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0000" y="6045200"/>
            <a:ext cx="1739900" cy="143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08100" y="6883400"/>
            <a:ext cx="7658100" cy="266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448800" y="6045200"/>
            <a:ext cx="1739900" cy="1435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86900" y="6883400"/>
            <a:ext cx="75819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3721100"/>
            <a:ext cx="419100" cy="41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3721100"/>
            <a:ext cx="419100" cy="419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6500" y="4584700"/>
            <a:ext cx="16510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482600"/>
            <a:ext cx="17233900" cy="933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348200" y="482600"/>
            <a:ext cx="419100" cy="4191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308100"/>
            <a:ext cx="154940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8966200"/>
            <a:ext cx="15494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7162800"/>
            <a:ext cx="4495800" cy="304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69800" y="1295400"/>
            <a:ext cx="5448300" cy="88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